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2651760" cy="256032"/>
          </a:xfrm>
          <a:prstGeom prst="roundRect">
            <a:avLst>
              <a:gd name="adj" fmla="val 50000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BDY1103 · Taller de Base de Datos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TiendaPoleras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stock y ventas con Oracle PL/SQL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114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Parcial N° 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120640" y="548640"/>
            <a:ext cx="3566160" cy="4023360"/>
          </a:xfrm>
          <a:prstGeom prst="roundRect">
            <a:avLst>
              <a:gd name="adj" fmla="val 3077"/>
            </a:avLst>
          </a:prstGeom>
          <a:solidFill>
            <a:srgbClr val="1E2F55"/>
          </a:solidFill>
          <a:ln w="12700">
            <a:solidFill>
              <a:srgbClr val="1E2F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94960" y="777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Integrantes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394960" y="12801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Pablo Casassa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Claudio Jaime Calderon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Vargas Panza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2788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94960" y="324612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94960" y="32461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55080" y="324612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5080" y="32461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0" y="324612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0" y="32461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377440" cy="256032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y problema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572000" cy="960120"/>
          </a:xfrm>
          <a:prstGeom prst="roundRect">
            <a:avLst>
              <a:gd name="adj" fmla="val 9524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81912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4173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descontrolado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vender más de lo que hay y el stock puede quedar negativo.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4572000" cy="960120"/>
          </a:xfrm>
          <a:prstGeom prst="roundRect">
            <a:avLst>
              <a:gd name="adj" fmla="val 9524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679192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5146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sin validar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 inválidos, compradores duplicados y totales de venta inconsistentes.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4572000" cy="960120"/>
          </a:xfrm>
          <a:prstGeom prst="roundRect">
            <a:avLst>
              <a:gd name="adj" fmla="val 9524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776472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6118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Informes lentos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negocio necesita ver productos por modelo y compras por comprador.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303520" y="1325880"/>
            <a:ext cx="3383280" cy="3154680"/>
          </a:xfrm>
          <a:prstGeom prst="roundRect">
            <a:avLst>
              <a:gd name="adj" fmla="val 3478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532120" y="1508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532120" y="19659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una base de datos Oracle que controle productos, compradores y ventas, y que genere información confiable con PL/SQL.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532120" y="3337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532120" y="36118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Productos, compradores y ventas, con una aplicación Python conectada.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377440" cy="256032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datos y tecnologías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344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6459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0574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TALLA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45920" y="1837944"/>
            <a:ext cx="457200" cy="0"/>
          </a:xfrm>
          <a:prstGeom prst="line">
            <a:avLst/>
          </a:prstGeom>
          <a:noFill/>
          <a:ln w="2540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103120" y="164592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14213D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03120" y="16459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1837944"/>
            <a:ext cx="457200" cy="0"/>
          </a:xfrm>
          <a:prstGeom prst="line">
            <a:avLst/>
          </a:prstGeom>
          <a:noFill/>
          <a:ln w="2540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49040" y="164592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49040" y="16459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DETALLE_VENTA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37760" y="1837944"/>
            <a:ext cx="457200" cy="0"/>
          </a:xfrm>
          <a:prstGeom prst="line">
            <a:avLst/>
          </a:prstGeom>
          <a:noFill/>
          <a:ln w="2540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394960" y="164592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94960" y="16459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0" y="1837944"/>
            <a:ext cx="457200" cy="0"/>
          </a:xfrm>
          <a:prstGeom prst="line">
            <a:avLst/>
          </a:prstGeom>
          <a:noFill/>
          <a:ln w="2540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040880" y="164592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40880" y="16459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COMPRADOR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65176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2724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a procesar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03580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Catálogo: modelo, color, talla, precio, stock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Compradores: RUT, nombre y contacto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Ventas: fecha, cantidad y precio unitario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265176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46320" y="2724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Información que se genera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846320" y="303580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por modelo, con stock y precio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compras por comprador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Totales de venta y ticket promedio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22452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Tecnologías: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554480" y="4242816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554480" y="424281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Database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971800" y="4242816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971800" y="424281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Developer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89120" y="4242816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389120" y="424281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806440" y="4242816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806440" y="424281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(oracledb)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223760" y="4242816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223760" y="424281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y GitHub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377440" cy="256032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Procesamiento de datos en PL/SQL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3337560"/>
          </a:xfrm>
          <a:prstGeom prst="roundRect">
            <a:avLst>
              <a:gd name="adj" fmla="val 2740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compuestos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556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RECORD: un producto en una sola variable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2057400"/>
            <a:ext cx="3438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t_producto IS RECORD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id_producto PRODUCTO.ID_PRODUCTO%TYPE,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modelo MODELO.NOMBRE%TYPE, ... );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834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VARRAY: hasta 10 productos por venta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090672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3136392"/>
            <a:ext cx="3438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t_productos_comprados IS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VARRAY(10) OF VARCHAR2(50);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76732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Agrupan datos de varias tablas y BULK COLLECT los carga en una sola consulta.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280160"/>
            <a:ext cx="4023360" cy="3337560"/>
          </a:xfrm>
          <a:prstGeom prst="roundRect">
            <a:avLst>
              <a:gd name="adj" fmla="val 2740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Cursores y loops anidados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846320" y="1783080"/>
            <a:ext cx="3657600" cy="132588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56048" y="1828800"/>
            <a:ext cx="34381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r_modelo IN c_modelos LOOP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r_producto 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c_productos(r_modelo.id_modelo) LOOP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color, talla, precio, stock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LOOP;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LOOP;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2461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sin parámetros: recorre modelos y compradores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con parámetros: se abre por cada fila del externo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maestro-detalle sin repetir consultas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377440" cy="256032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de excepciones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2514600"/>
          </a:xfrm>
          <a:prstGeom prst="roundRect">
            <a:avLst>
              <a:gd name="adj" fmla="val 3636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Predefinidas por Oracle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NO_DATA_FOUND: modelo 999 inexistente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DUP_VAL_ON_INDEX: RUT o email ya registrado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432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usarlas: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Oracle ya reconoce el error: SELECT INTO sin filas o violación de UNIQUE.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4023360" cy="2514600"/>
          </a:xfrm>
          <a:prstGeom prst="roundRect">
            <a:avLst>
              <a:gd name="adj" fmla="val 3636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Definidas por el usuario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7830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e_stock_insuficiente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e_rut_invalido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e_comprador_sin_ventas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7432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usarlas: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es una regla del negocio que Oracle no valida: se declara y se lanza con RAISE.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9776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 de datos: los triggers usan RAISE_APPLICATION_ERROR (-20001 a -20003) y agregar_detalle_venta hace ROLLBACK y relanza el error, así nunca queda una venta a medias.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377440" cy="256032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Procedimientos, funciones, packages y triggers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920240" cy="2286000"/>
          </a:xfrm>
          <a:prstGeom prst="roundRect">
            <a:avLst>
              <a:gd name="adj" fmla="val 4762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3441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</a:t>
            </a:r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01368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insertar_producto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actualizar_stock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insertar_comprador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registrar_venta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agregar_detalle_venta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94436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repetitivas y transaccionales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280160"/>
            <a:ext cx="1920240" cy="2286000"/>
          </a:xfrm>
          <a:prstGeom prst="roundRect">
            <a:avLst>
              <a:gd name="adj" fmla="val 4762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70048" y="13441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</a:t>
            </a:r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2670048" y="1801368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calcular_valor_stock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calcular_total_comprado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obtener_ticket_promedio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670048" y="294436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Calculan y devuelven un valor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1920240" cy="2286000"/>
          </a:xfrm>
          <a:prstGeom prst="roundRect">
            <a:avLst>
              <a:gd name="adj" fmla="val 4762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73168" y="13441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</a:t>
            </a:r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773168" y="1801368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pkg_productos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pkg_ventas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773168" y="294436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Agrupan y modularizan el código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1280160"/>
            <a:ext cx="1920240" cy="2286000"/>
          </a:xfrm>
          <a:prstGeom prst="roundRect">
            <a:avLst>
              <a:gd name="adj" fmla="val 4762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76288" y="13441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</a:t>
            </a:r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876288" y="1801368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trg_controlar_stock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trg_validar_venta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294436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Validan automáticamente ante INSERT/UPDATE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730752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37307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(oracledb)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920240" y="3922776"/>
            <a:ext cx="228600" cy="0"/>
          </a:xfrm>
          <a:prstGeom prst="line">
            <a:avLst/>
          </a:prstGeom>
          <a:noFill/>
          <a:ln w="2540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148840" y="3730752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148840" y="37307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11880" y="3922776"/>
            <a:ext cx="228600" cy="0"/>
          </a:xfrm>
          <a:prstGeom prst="line">
            <a:avLst/>
          </a:prstGeom>
          <a:noFill/>
          <a:ln w="2540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840480" y="3730752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840480" y="37307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Procedimientos + funciones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303520" y="3922776"/>
            <a:ext cx="228600" cy="0"/>
          </a:xfrm>
          <a:prstGeom prst="line">
            <a:avLst/>
          </a:prstGeom>
          <a:noFill/>
          <a:ln w="2540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532120" y="3730752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532120" y="37307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95160" y="3922776"/>
            <a:ext cx="228600" cy="0"/>
          </a:xfrm>
          <a:prstGeom prst="line">
            <a:avLst/>
          </a:prstGeom>
          <a:noFill/>
          <a:ln w="2540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223760" y="3730752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223760" y="37307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42245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Límites: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lógica en la BD exige más mantenimiento; un trigger sobre DETALLE_VENTA daría ORA-04091 (tabla mutante), por eso el total lo recalcula el package.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base de datos que se protege sola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RECORD, VARRAY y cursores anidados procesan stock y ventas para generar informes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excepciones separan los errores de Oracle de las reglas del negocio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Procedimientos, funciones, packages y triggers forman una capa reutilizable con doble validación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futuras: auditoría con triggers y más reportes dentro de los packages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94960" y="1554480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1E2F55"/>
          </a:solidFill>
          <a:ln w="12700">
            <a:solidFill>
              <a:srgbClr val="1E2F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94960" y="166420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086600" y="1554480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1E2F55"/>
          </a:solidFill>
          <a:ln w="12700">
            <a:solidFill>
              <a:srgbClr val="1E2F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86600" y="166420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94960" y="2926080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1E2F55"/>
          </a:solidFill>
          <a:ln w="12700">
            <a:solidFill>
              <a:srgbClr val="1E2F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94960" y="303580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86600" y="2926080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1E2F55"/>
          </a:solidFill>
          <a:ln w="12700">
            <a:solidFill>
              <a:srgbClr val="1E2F5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86600" y="303580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+ 2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y triggers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 · ¿Preguntas?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TiendaPoleras - BDY1103 Evaluación Parcial 1</dc:title>
  <dc:subject>PptxGenJS Presentation</dc:subject>
  <dc:creator>PptxGenJS</dc:creator>
  <cp:lastModifiedBy>PptxGenJS</cp:lastModifiedBy>
  <cp:revision>1</cp:revision>
  <dcterms:created xsi:type="dcterms:W3CDTF">2026-09-24T03:06:10Z</dcterms:created>
  <dcterms:modified xsi:type="dcterms:W3CDTF">2026-09-24T03:06:10Z</dcterms:modified>
</cp:coreProperties>
</file>